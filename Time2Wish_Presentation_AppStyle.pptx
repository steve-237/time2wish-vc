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APP_TITL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APP_CONTEN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72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498080" y="10287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543050"/>
            <a:ext cx="64008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 🎂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64008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Rendez chaque anniversaire inoubliable 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086100"/>
            <a:ext cx="64008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plateforme intelligente pour centraliser, organiser et célébrer.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153"/>
            <a:ext cx="6400800" cy="462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problème que nous résolvons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25830"/>
            <a:ext cx="8229600" cy="3703320"/>
          </a:xfrm>
          <a:prstGeom prst="roundRect">
            <a:avLst>
              <a:gd name="adj" fmla="val 370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31570"/>
            <a:ext cx="76809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L'organisation d'un anniversaire est souvent chaotique 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800225"/>
            <a:ext cx="7315200" cy="2571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😰 Oublier les dates importantes
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🤯 Le casse-tête pour trouver LE bon cadeau
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🌪️ La difficulté de coordonner une fête surprise
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🤷 Les déceptions liées aux cadeaux en doublon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153"/>
            <a:ext cx="6400800" cy="462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La Solution : Time2Wish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25830"/>
            <a:ext cx="8229600" cy="1800225"/>
          </a:xfrm>
          <a:prstGeom prst="roundRect">
            <a:avLst>
              <a:gd name="adj" fmla="val 7619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31570"/>
            <a:ext cx="7680960" cy="1285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 centralise toute l'expérience d'anniversaire dans un espace convivial, collaboratif et propulsé par l'IA.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861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🎁 Pour qui ?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7C3A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🚀 Objectif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Familles, amis, et collègues qui souhaitent célébrer leurs proches sans stress.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Passer moins de temps à organiser, et beaucoup plus de temps à célébrer !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153"/>
            <a:ext cx="6400800" cy="462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Fonctionnalités Clés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25830"/>
            <a:ext cx="4023360" cy="1131570"/>
          </a:xfrm>
          <a:prstGeom prst="roundRect">
            <a:avLst>
              <a:gd name="adj" fmla="val 1212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28700"/>
            <a:ext cx="548640" cy="514350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28700"/>
            <a:ext cx="54864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028700"/>
            <a:ext cx="30175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&amp; Rappels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388745"/>
            <a:ext cx="3017520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 ratez plus aucune date. Suivez tous les anniversaires à venir sur un seul tableau de bord.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25830"/>
            <a:ext cx="4023360" cy="1131570"/>
          </a:xfrm>
          <a:prstGeom prst="roundRect">
            <a:avLst>
              <a:gd name="adj" fmla="val 1212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028700"/>
            <a:ext cx="548640" cy="514350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28700"/>
            <a:ext cx="54864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1028700"/>
            <a:ext cx="30175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Listes Collaboratives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1388745"/>
            <a:ext cx="3017520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Créez des listes de souhaits et réservez des cadeaux secrètement pour éviter les doublons.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11705"/>
            <a:ext cx="4023360" cy="1131570"/>
          </a:xfrm>
          <a:prstGeom prst="roundRect">
            <a:avLst>
              <a:gd name="adj" fmla="val 1212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314575"/>
            <a:ext cx="548640" cy="514350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14575"/>
            <a:ext cx="54864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314575"/>
            <a:ext cx="30175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Cartes 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674620"/>
            <a:ext cx="3017520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Générez des cartes d'anniversaire uniques et personnalisées grâce à notre IA embarquée.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211705"/>
            <a:ext cx="4023360" cy="1131570"/>
          </a:xfrm>
          <a:prstGeom prst="roundRect">
            <a:avLst>
              <a:gd name="adj" fmla="val 1212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314575"/>
            <a:ext cx="548640" cy="514350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314575"/>
            <a:ext cx="54864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🎉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2314575"/>
            <a:ext cx="30175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Organisateur de Fête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2674620"/>
            <a:ext cx="3017520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Planifiez l'événement et déléguez les tâches (boissons, gâteau) aux invités.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497580"/>
            <a:ext cx="4023360" cy="1131570"/>
          </a:xfrm>
          <a:prstGeom prst="roundRect">
            <a:avLst>
              <a:gd name="adj" fmla="val 1212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600450"/>
            <a:ext cx="548640" cy="514350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00450"/>
            <a:ext cx="54864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600450"/>
            <a:ext cx="30175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Livre d'Or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3960495"/>
            <a:ext cx="3017520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Laissez un mot doux ou uploadez des photos souvenirs de l'événement.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97580"/>
            <a:ext cx="4023360" cy="1131570"/>
          </a:xfrm>
          <a:prstGeom prst="roundRect">
            <a:avLst>
              <a:gd name="adj" fmla="val 1212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600450"/>
            <a:ext cx="548640" cy="514350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600450"/>
            <a:ext cx="54864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86400" y="3600450"/>
            <a:ext cx="30175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E-Carte Commune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0" y="3960495"/>
            <a:ext cx="3017520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Signez tous ensemble une carte virtuelle géante dévoilée le jour J.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153"/>
            <a:ext cx="6400800" cy="462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Architecture Technique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5875"/>
            <a:ext cx="3657600" cy="28289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401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Frontend (UI)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3108960" cy="1800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Angular 18 (Standalone)
</a:t>
            </a:r>
            <a:endParaRPr lang="en-US" sz="16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Design System natif (CSS/SCSS)
</a:t>
            </a:r>
            <a:endParaRPr lang="en-US" sz="16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UI Glassmorphism &amp; Animations
</a:t>
            </a:r>
            <a:endParaRPr lang="en-US" sz="16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Internationalisation (FR, EN, DE)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2468880"/>
            <a:ext cx="548640" cy="41148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0" y="1285875"/>
            <a:ext cx="3657600" cy="28289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4401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Backend (Serveur)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03520" y="2057400"/>
            <a:ext cx="3108960" cy="1800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Java Spring Boot 3
</a:t>
            </a:r>
            <a:endParaRPr lang="en-US" sz="16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Base de Données MySQL
</a:t>
            </a:r>
            <a:endParaRPr lang="en-US" sz="16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Authentification JWT
</a:t>
            </a:r>
            <a:endParaRPr lang="en-US" sz="16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Permissions strictes &amp; API REST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00225"/>
            <a:ext cx="64008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Merci ! 🎉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2571750"/>
            <a:ext cx="64008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 — Célébrons ensemble, simplement.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Time2Wish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Time2Wish - App Style</dc:title>
  <dc:subject>PptxGenJS Presentation</dc:subject>
  <dc:creator>Time2Wish AI</dc:creator>
  <cp:lastModifiedBy>Time2Wish AI</cp:lastModifiedBy>
  <cp:revision>1</cp:revision>
  <dcterms:created xsi:type="dcterms:W3CDTF">2026-07-17T22:04:55Z</dcterms:created>
  <dcterms:modified xsi:type="dcterms:W3CDTF">2026-07-17T22:04:55Z</dcterms:modified>
</cp:coreProperties>
</file>
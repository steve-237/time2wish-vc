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Transformez chaque célébration en une expérience d'exception.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L'écosystème intelligent dédié à l'orchestration et à la célébration d'événements.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Défis de l'Organisation d'Événements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logistique fragmentée et inefficace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coordination d'un événement festif requiert un investissement temporel important. La multiplication des canaux de communication engendre une asymétrie d'information, une perte de données critiques et un stress organisationnel majeur.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463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Gestion défaillante des dates clés et oublis fréquents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24028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2402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Difficulté d'identification du présent optimal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0175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Complexité de la coordination multi-intervenants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37947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794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Redondance logistique avec les cadeaux en doublon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Proposition de Valeur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plateforme centralisée propulsée par l'Intelligence Artificielle pour orchestrer l'intégralité du cycle de célébration de manière fluide et intuitive.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1752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Synergie Collaborative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Synchronisation optimale des invités pour garantir l'effet de surprise et optimiser la répartition des contributions matérielles et logistiques.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30175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01752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 Intégrée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6576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Automatisation des processus de rappel et génération de contenus originaux sur-mesure via nos algorithmes d'intelligence artificielle.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3017520"/>
            <a:ext cx="26974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2004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Expérience Premium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65760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ergonomique, moderne et épurée spécifiquement conçue pour maximiser l'engagement et la satisfaction des utilisateurs.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Comparative des Solutions Actuelles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Applications de Rappel Dédiées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contentent d'une notification isolée sans offrir d'outils logistiques ni d'espaces transactionnels.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 Agendas Numériques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645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Outils purement informatifs dépourvus de dimension collaborative ou de personnalisation d'événements.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Réseaux Sociaux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Interactions éphémères et superficielles manquant de confidentialité pour la planification intime.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Groupes de Messagerie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 non structurés générant des asymétries d'information et rendant la discrétion impossible.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Positionnement Unique Time2Wish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écosystème holistique fusionnant la gestion des dates clés, l'orchestration logistique, l'intelligence artificielle générative et la création de valeur émotionnelle durable.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Écosystème Fonctionnel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Proactif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Tableaux de bord analytiques et système d'alertes prédictives pour l'anticipation des événements.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37160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Listes d'Envies Structurées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Réservation asynchrone des présents garantissant l'unicité et la pertinence des contributions.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7160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Génération Créative 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Création algorithmique de correspondances et de visuels originaux hautement personnalisés.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29184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 Logistique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Planification centralisée et délégation structurée des différentes responsabilités.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2918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3291840"/>
            <a:ext cx="26974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6908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Mémoire Numérique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3931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Espace collaboratif sécurisé de centralisation des médias et des témoignages des participants.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2918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291840"/>
            <a:ext cx="26974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📜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9440" y="3474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Dématérialisée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39319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Digitalisation élégante de la traditionnelle carte de vœux signée collectivement.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et Socle Technologique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47472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Utilisateur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 Angular 18 avec composants autonomes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Système de design sur-mesure exploitant le Glassmorphism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Internationalisation native des environnements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Approche de conception Mobile-First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834640"/>
            <a:ext cx="822960" cy="548640"/>
          </a:xfrm>
          <a:prstGeom prst="rightArrow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1371600"/>
            <a:ext cx="34747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37160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5544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Serveur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2286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robuste propulsée par Java Spring Boot 3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Système de gestion de base de données relationnelle optimisé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de programmation RESTful sécurisée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granulaire des habilitations via tokens cryptographiques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Stratégique et Déploiement Futur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Intégration E-commerce Partenaires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Monétisation via l'affiliation et l'intégration directe de flux marchands au sein de la plateforme.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6888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423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Solutions Financières Embarquées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Mise en place de systèmes de cagnottes dématérialisées pour le financement d'investissements communs.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290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Omnicanale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7490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Déploiement de notifications enrichies via canaux multiples visant à maximiser la rétention utilisateur.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3891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343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Recommandations Algorithmiques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709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prédictive des préférences comportementales pour proposer des suggestions hautement qualifiées.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Prêts à redéfinir les standards de la célébration 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Time2Wish — L'innovation au service de vos événements.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Time2Wish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Time2Wish - Présentation Corporative</dc:title>
  <dc:subject>PptxGenJS Presentation</dc:subject>
  <dc:creator>Time2Wish</dc:creator>
  <cp:lastModifiedBy>Time2Wish</cp:lastModifiedBy>
  <cp:revision>1</cp:revision>
  <dcterms:created xsi:type="dcterms:W3CDTF">2026-07-18T13:48:25Z</dcterms:created>
  <dcterms:modified xsi:type="dcterms:W3CDTF">2026-07-18T13:48:25Z</dcterms:modified>
</cp:coreProperties>
</file>
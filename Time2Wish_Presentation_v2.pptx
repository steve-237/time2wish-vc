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Rendez chaque anniversaire inoubliable.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plateforme intelligente pour centraliser,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organiser et célébrer les anniversaires.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Problème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organiser un anniversaire est-il devenu si compliqué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préparatifs demandent une coordination parfaite entre les invités, ce qui crée souvent des frictions, des oublis et de la frustration.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😰  Dates importantes oubliées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31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🤯  Trouver LE bon cadeau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🌪️  Organiser une fête surprise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40690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069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🤷  Cadeaux en doublon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Notre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centralise toute l'expérience anniversaire dans un espace convivial, collaboratif et propulsé par l'Intelligence Artificielle.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Collaboratif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invités se coordonnent secrètement pour éviter les doublons et préparer la surprise parfaite.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33832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38328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Intelligent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4023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Générateur IA de cartes, rappels automatiques et suggestions pour chaque occasion.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383280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Élégant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interface premium et responsive qui valorise chaque célébration.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Fonctionnalités Clés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&amp; Rappels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ratez plus aucune date grâce au tableau de bord intelligent et aux alertes automatiques.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Listes Collaboratives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Créez des wishlists et réservez des cadeaux secrètement pour éviter les doublons.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Cartes Générées par IA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Décrivez la carte de vos rêves et notre IA génère une image unique et personnalisée.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Organisateur de Fête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389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Planifiez le lieu, l'heure et déléguez les tâches (gâteau, boissons, décoration…).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35661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566160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0" y="374904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06908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Livre d'Or Numérique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20440" y="4389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invité peut laisser un mot doux ou uploader des photos souvenirs.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5661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56616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5080" y="374904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4944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Commune Virtuelle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00800" y="4389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Signez une carte géante tous ensemble, dévoilée au fêté le jour J.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Time2Wish ? (Comparaison)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Google Calendar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Rappelle simplement la date, mais n'aide ni pour le cadeau ni pour l'organisation.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Groupes WhatsApp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Discussions chaotiques, informations perdues, et difficile de garder la surprise intacte.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 Sites de Listes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9202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Souvent transactionnels, froids, et limités à l'achat sans l'aspect "célébration".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La magie de Time2Wish (Notre différence)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Plateforme Tout-en-un : Souhaits, organisation, rappels et cadeaux au même endroit.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Intelligence Artificielle : Génération de cartes uniques et mots personnalisés.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Focus Émotionnel : Un vrai "Livre d'or" et une "E-carte commune" pour marquer le coup.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18 (Standalone Components)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 CSS / SCSS natif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Glassmorphism &amp; Animations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Internationalisation (FR, EN, DE)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Mobile-First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3017520"/>
            <a:ext cx="822960" cy="5486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Backend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Spring Boot 3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Données MySQL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RESTful sécurisée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Authentification JWT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 granulaires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&amp; Évolutions Futures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4447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Intégration E-commerce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Acheter les cadeaux directement depuis l'application via des partenaires.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0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49631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Cagnotte en Ligne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Permettre aux invités de cotiser pour un gros cadeau commun.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118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478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Push &amp; SMS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être sûr que personne n'oublie le jour J.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634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994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Suggestions IA de Cadeaux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L'IA analyse les goûts de la personne et propose les meilleurs cadeaux.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Prêts à transformer chaque célébration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— Célébrons ensemble, simplement.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Time2Wish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Time2Wish - Présentation</dc:title>
  <dc:subject>PptxGenJS Presentation</dc:subject>
  <dc:creator>Time2Wish</dc:creator>
  <cp:lastModifiedBy>Time2Wish</cp:lastModifiedBy>
  <cp:revision>1</cp:revision>
  <dcterms:created xsi:type="dcterms:W3CDTF">2026-07-18T12:58:11Z</dcterms:created>
  <dcterms:modified xsi:type="dcterms:W3CDTF">2026-07-18T12:58:11Z</dcterms:modified>
</cp:coreProperties>
</file>
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11930"/>
            <a:ext cx="9144000" cy="10287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172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617220"/>
            <a:ext cx="8961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154305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Time2Wish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231457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Rendez chaque anniversaire inoubliable.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37197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plateforme intelligente pour centraliser, organiser et célébrer.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870"/>
            <a:ext cx="4572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Problème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28700"/>
            <a:ext cx="3657600" cy="3600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CBD5E1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5875"/>
            <a:ext cx="329184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Pourquoi organiser un anniversaire est-il devenu si stressant 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314575"/>
            <a:ext cx="3291840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préparatifs demandent une coordination parfaite entre les invités, ce qui crée souvent des frictions et des oublis.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285875"/>
            <a:ext cx="4114800" cy="257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😰 Oublis fréquents des dates importantes
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🤯 Difficulté à trouver le cadeau idéal
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🌪️ Stress lié à l'organisation (Lieu, Heure, Tâches)
</a:t>
            </a:r>
            <a:endParaRPr lang="en-US" sz="2000" dirty="0"/>
          </a:p>
          <a:p>
            <a:pPr marL="342900" indent="-342900">
              <a:lnSpc>
                <a:spcPts val="400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🤷 Risque élevé de cadeaux en doublon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870"/>
            <a:ext cx="4572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Notre Solution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28700"/>
            <a:ext cx="8229600" cy="1285875"/>
          </a:xfrm>
          <a:prstGeom prst="roundRect">
            <a:avLst>
              <a:gd name="adj" fmla="val 14222"/>
            </a:avLst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31570"/>
            <a:ext cx="768096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 centralise toute l'expérience d'anniversaire dans un espace convivial, collaboratif et propulsé par l'Intelligence Artificielle.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28925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</a:rPr>
                        <a:t>🤝 Collaboratif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</a:rPr>
                        <a:t>✨ Intelligent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</a:rPr>
                        <a:t>🎨 Élégant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Les invités se coordonnent sans dévoiler la surprise.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Des générateurs IA pour créer des cartes et des idées.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Une interface premium qui valorise chaque célébration.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870"/>
            <a:ext cx="4572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Fonctionnalités Clés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28700"/>
            <a:ext cx="402336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3157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Gestion &amp; Rappels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40180"/>
            <a:ext cx="3657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 intelligent et alertes pour ne plus rien oublier.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28700"/>
            <a:ext cx="402336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3157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🎁 Listes Secrètes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440180"/>
            <a:ext cx="3657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Réservation de cadeaux entre invités sans informer le fêté.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63140"/>
            <a:ext cx="402336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6601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Générateur 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674620"/>
            <a:ext cx="3657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Création de cartes d'anniversaire uniques propulsées par l'IA.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263140"/>
            <a:ext cx="402336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36601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🎉 Organisateur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674620"/>
            <a:ext cx="3657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Délégation des tâches (Gâteau, Boissons) et détails du lieu.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97580"/>
            <a:ext cx="402336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0045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 Livre d'Or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909060"/>
            <a:ext cx="3657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Album photo partagé et recueil de mots doux virtuels.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497580"/>
            <a:ext cx="402336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60045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✍️ E-Carte Commune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3909060"/>
            <a:ext cx="3657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 géante signée par tous avec polices et couleurs au choix.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870"/>
            <a:ext cx="4572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Technologies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285875"/>
            <a:ext cx="3200400" cy="257175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40180"/>
            <a:ext cx="3200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Frontend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057400"/>
            <a:ext cx="2834640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• Angular 18 (Standalone)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• SCSS / Glassmorphism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• i18n (Multilingue)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• Responsive Mobile-First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2314575"/>
            <a:ext cx="548640" cy="514350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1285875"/>
            <a:ext cx="3200400" cy="257175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440180"/>
            <a:ext cx="3200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Backend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0" y="2057400"/>
            <a:ext cx="2834640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• Spring Boot (Java)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• MySQL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• API RESTful sécurisée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• JWT &amp; Permissions strictes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Merci.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231457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Prêts à transformer chaque célébration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37197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Time2Wish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de Time2Wish - Pro</dc:title>
  <dc:subject>PptxGenJS Presentation</dc:subject>
  <dc:creator>Time2Wish AI</dc:creator>
  <cp:lastModifiedBy>Time2Wish AI</cp:lastModifiedBy>
  <cp:revision>1</cp:revision>
  <dcterms:created xsi:type="dcterms:W3CDTF">2026-07-17T21:54:37Z</dcterms:created>
  <dcterms:modified xsi:type="dcterms:W3CDTF">2026-07-17T21:54:37Z</dcterms:modified>
</cp:coreProperties>
</file>